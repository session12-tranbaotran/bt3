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89e7dd2e-2f24-48aa-932c-a9c16fda29fc}">
          <p14:sldIdLst>
            <p14:sldId id="256"/>
          </p14:sldIdLst>
        </p14:section>
        <p14:section name="Nhận đơn" id="{47b3e286-f88a-5005-f7b7-dd576b89b3bc}">
          <p14:sldIdLst>
            <p14:sldId id="257"/>
          </p14:sldIdLst>
        </p14:section>
        <p14:section name="Kiểm tra" id="{5b9362f3-70cd-3bcb-9060-ac5e2a2b7a6c}">
          <p14:sldIdLst>
            <p14:sldId id="258"/>
          </p14:sldIdLst>
        </p14:section>
        <p14:section name="KPI" id="{1f76ed1b-eecf-f4e9-98e9-a12f7f96b85b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đúng hạn</c:v>
                </c:pt>
              </c:strCache>
            </c:strRef>
          </c:tx>
          <c:spPr>
            <a:solidFill>
              <a:srgbClr val="8FA3B8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Nội thành HCM</c:v>
                  </c:pt>
                  <c:pt idx="1">
                    <c:v>Nội thành HN</c:v>
                  </c:pt>
                  <c:pt idx="2">
                    <c:v>Miền Trung</c:v>
                  </c:pt>
                  <c:pt idx="3">
                    <c:v>Liên tỉnh Nam</c:v>
                  </c:pt>
                  <c:pt idx="4">
                    <c:v>Liên tỉnh Bắc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0.9542</c:v>
                </c:pt>
                <c:pt idx="1">
                  <c:v>0.9333</c:v>
                </c:pt>
                <c:pt idx="2">
                  <c:v>0.9195</c:v>
                </c:pt>
                <c:pt idx="3">
                  <c:v>0.7474</c:v>
                </c:pt>
                <c:pt idx="4">
                  <c:v>0.878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394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FastMove  |  Hướng dẫn shipper nhận đơn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Giá cước tự động giúp shipper nhận đơn nhanh hơn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FastMove  |  Hướng dẫn shipper nhận đơn</a:t>
            </a:r>
            <a:endParaRPr lang="en-US" sz="2000" dirty="0"/>
          </a:p>
        </p:txBody>
      </p:sp>
      <p:sp>
        <p:nvSpPr>
          <p:cNvPr id="4" name="Vòng biểu tượng"/>
          <p:cNvSpPr/>
          <p:nvPr/>
        </p:nvSpPr>
        <p:spPr>
          <a:xfrm>
            <a:off x="6400800" y="1280160"/>
            <a:ext cx="2194560" cy="21945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Biểu tượng xe giao hà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Shipper nhận đơn xong chỉ sau 4 bước</a:t>
            </a:r>
            <a:endParaRPr lang="en-US" sz="3000" dirty="0"/>
          </a:p>
        </p:txBody>
      </p:sp>
      <p:sp>
        <p:nvSpPr>
          <p:cNvPr id="3" name="Thẻ bước 1"/>
          <p:cNvSpPr/>
          <p:nvPr/>
        </p:nvSpPr>
        <p:spPr>
          <a:xfrm>
            <a:off x="457200" y="1417320"/>
            <a:ext cx="3977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ố bước 1"/>
          <p:cNvSpPr/>
          <p:nvPr/>
        </p:nvSpPr>
        <p:spPr>
          <a:xfrm>
            <a:off x="68580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Bật Sẵn sàng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Mở ứng dụng và bật trạng thái nhận đơn.</a:t>
            </a:r>
            <a:endParaRPr lang="en-US" sz="1400" dirty="0"/>
          </a:p>
        </p:txBody>
      </p:sp>
      <p:sp>
        <p:nvSpPr>
          <p:cNvPr id="8" name="Thẻ bước 2"/>
          <p:cNvSpPr/>
          <p:nvPr/>
        </p:nvSpPr>
        <p:spPr>
          <a:xfrm>
            <a:off x="4709160" y="1417320"/>
            <a:ext cx="3977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ố bước 2"/>
          <p:cNvSpPr/>
          <p:nvPr/>
        </p:nvSpPr>
        <p:spPr>
          <a:xfrm>
            <a:off x="493776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Nhận đơn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Bấm nhận trong 30 giây để giữ đơn.</a:t>
            </a:r>
            <a:endParaRPr lang="en-US" sz="1400" dirty="0"/>
          </a:p>
        </p:txBody>
      </p:sp>
      <p:sp>
        <p:nvSpPr>
          <p:cNvPr id="13" name="Thẻ bước 3"/>
          <p:cNvSpPr/>
          <p:nvPr/>
        </p:nvSpPr>
        <p:spPr>
          <a:xfrm>
            <a:off x="457200" y="3017520"/>
            <a:ext cx="3977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ố bước 3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Quét mã vận đơn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Quét nhãn tại kho để lấy đúng hàng.</a:t>
            </a:r>
            <a:endParaRPr lang="en-US" sz="1400" dirty="0"/>
          </a:p>
        </p:txBody>
      </p:sp>
      <p:sp>
        <p:nvSpPr>
          <p:cNvPr id="18" name="Thẻ bước 4"/>
          <p:cNvSpPr/>
          <p:nvPr/>
        </p:nvSpPr>
        <p:spPr>
          <a:xfrm>
            <a:off x="4709160" y="3017520"/>
            <a:ext cx="3977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ố bước 4"/>
          <p:cNvSpPr/>
          <p:nvPr/>
        </p:nvSpPr>
        <p:spPr>
          <a:xfrm>
            <a:off x="4937760" y="3383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Xem giá cước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Giá cước tự hiện trên phiếu giao.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Kiểm tra 3 điều là đủ trước khi rời kho</a:t>
            </a:r>
            <a:endParaRPr lang="en-US" sz="3000" dirty="0"/>
          </a:p>
        </p:txBody>
      </p:sp>
      <p:sp>
        <p:nvSpPr>
          <p:cNvPr id="3" name="Dòng kiểm tra 1"/>
          <p:cNvSpPr/>
          <p:nvPr/>
        </p:nvSpPr>
        <p:spPr>
          <a:xfrm>
            <a:off x="457200" y="1417320"/>
            <a:ext cx="82296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òng icon 1"/>
          <p:cNvSpPr/>
          <p:nvPr/>
        </p:nvSpPr>
        <p:spPr>
          <a:xfrm>
            <a:off x="685800" y="1563624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Mã vận đơn khớp với phiế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2821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Mã vận đơn khớp với phiếu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9280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 mã trên hàng với mã in trên phiếu giao.</a:t>
            </a:r>
            <a:endParaRPr lang="en-US" sz="1400" dirty="0"/>
          </a:p>
        </p:txBody>
      </p:sp>
      <p:sp>
        <p:nvSpPr>
          <p:cNvPr id="8" name="Dòng kiểm tra 2"/>
          <p:cNvSpPr/>
          <p:nvPr/>
        </p:nvSpPr>
        <p:spPr>
          <a:xfrm>
            <a:off x="457200" y="2441448"/>
            <a:ext cx="82296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Vòng icon 2"/>
          <p:cNvSpPr/>
          <p:nvPr/>
        </p:nvSpPr>
        <p:spPr>
          <a:xfrm>
            <a:off x="685800" y="2587752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Giá cước hiện đủ con s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523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5328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Giá cước hiện đủ con số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291693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Nếu thấy nhãn "Kiểm tra mã", quay lại quầy kho.</a:t>
            </a:r>
            <a:endParaRPr lang="en-US" sz="1400" dirty="0"/>
          </a:p>
        </p:txBody>
      </p:sp>
      <p:sp>
        <p:nvSpPr>
          <p:cNvPr id="13" name="Dòng kiểm tra 3"/>
          <p:cNvSpPr/>
          <p:nvPr/>
        </p:nvSpPr>
        <p:spPr>
          <a:xfrm>
            <a:off x="457200" y="3465576"/>
            <a:ext cx="82296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Vòng icon 3"/>
          <p:cNvSpPr/>
          <p:nvPr/>
        </p:nvSpPr>
        <p:spPr>
          <a:xfrm>
            <a:off x="685800" y="3611880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Hàng nguyên vẹn, nhãn rõ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77647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557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Hàng nguyên vẹn, nhãn rõ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9410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Không rách, không ướt, quét mã được.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Liên tỉnh Nam chỉ đúng hạn 74,7%, thấp nhất toàn mạng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325880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hẻ số liệu 1"/>
          <p:cNvSpPr/>
          <p:nvPr/>
        </p:nvSpPr>
        <p:spPr>
          <a:xfrm>
            <a:off x="5989320" y="137160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89,2%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đúng hạn toàn mạng</a:t>
            </a:r>
            <a:endParaRPr lang="en-US" sz="1400" dirty="0"/>
          </a:p>
        </p:txBody>
      </p:sp>
      <p:sp>
        <p:nvSpPr>
          <p:cNvPr id="7" name="Thẻ số liệu 2"/>
          <p:cNvSpPr/>
          <p:nvPr/>
        </p:nvSpPr>
        <p:spPr>
          <a:xfrm>
            <a:off x="5989320" y="2450592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2523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1/5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2999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khu vực đạt mục tiêu 95%</a:t>
            </a:r>
            <a:endParaRPr lang="en-US" sz="1400" dirty="0"/>
          </a:p>
        </p:txBody>
      </p:sp>
      <p:sp>
        <p:nvSpPr>
          <p:cNvPr id="10" name="Thẻ số liệu 3"/>
          <p:cNvSpPr/>
          <p:nvPr/>
        </p:nvSpPr>
        <p:spPr>
          <a:xfrm>
            <a:off x="5989320" y="3529584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3602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24 đơn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40782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trễ hạn ở Liên tỉnh Nam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Move">
  <a:themeElements>
    <a:clrScheme name="FastMove">
      <a:dk1>
        <a:srgbClr val="1B2A41"/>
      </a:dk1>
      <a:lt1>
        <a:srgbClr val="FFFFFF"/>
      </a:lt1>
      <a:dk2>
        <a:srgbClr val="2E4057"/>
      </a:dk2>
      <a:lt2>
        <a:srgbClr val="F1F4F8"/>
      </a:lt2>
      <a:accent1>
        <a:srgbClr val="C2410C"/>
      </a:accent1>
      <a:accent2>
        <a:srgbClr val="8FA3B8"/>
      </a:accent2>
      <a:accent3>
        <a:srgbClr val="FDEBDD"/>
      </a:accent3>
      <a:accent4>
        <a:srgbClr val="FF9A55"/>
      </a:accent4>
      <a:accent5>
        <a:srgbClr val="4A6FA5"/>
      </a:accent5>
      <a:accent6>
        <a:srgbClr val="2E7D5B"/>
      </a:accent6>
      <a:hlink>
        <a:srgbClr val="C2410C"/>
      </a:hlink>
      <a:folHlink>
        <a:srgbClr val="4A6FA5"/>
      </a:folHlink>
    </a:clrScheme>
    <a:fontScheme name="FastMo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FastMove - Huong dan shipper nhan don</dc:title>
  <dc:subject>PptxGenJS Presentation</dc:subject>
  <dc:creator>PptxGenJS</dc:creator>
  <cp:lastModifiedBy>PptxGenJS</cp:lastModifiedBy>
  <cp:revision>1</cp:revision>
  <dcterms:created xsi:type="dcterms:W3CDTF">2026-10-26T13:21:08Z</dcterms:created>
  <dcterms:modified xsi:type="dcterms:W3CDTF">2026-10-26T13:21:08Z</dcterms:modified>
</cp:coreProperties>
</file>